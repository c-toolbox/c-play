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379" r:id="rId2"/>
    <p:sldId id="394" r:id="rId3"/>
    <p:sldId id="386" r:id="rId4"/>
    <p:sldId id="385" r:id="rId5"/>
    <p:sldId id="358" r:id="rId6"/>
    <p:sldId id="384" r:id="rId7"/>
    <p:sldId id="380" r:id="rId8"/>
  </p:sldIdLst>
  <p:sldSz cx="10972800" cy="6858000"/>
  <p:notesSz cx="6794500" cy="9931400"/>
  <p:defaultTextStyle>
    <a:defPPr>
      <a:defRPr lang="sv-SE"/>
    </a:defPPr>
    <a:lvl1pPr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45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64"/>
  </p:normalViewPr>
  <p:slideViewPr>
    <p:cSldViewPr>
      <p:cViewPr varScale="1">
        <p:scale>
          <a:sx n="57" d="100"/>
          <a:sy n="57" d="100"/>
        </p:scale>
        <p:origin x="33" y="279"/>
      </p:cViewPr>
      <p:guideLst>
        <p:guide orient="horz" pos="2160"/>
        <p:guide pos="345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127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9B698B7D-18A3-114E-D709-8BFC953A124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813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smtClean="0"/>
            </a:lvl1pPr>
          </a:lstStyle>
          <a:p>
            <a:pPr>
              <a:defRPr/>
            </a:pPr>
            <a:endParaRPr lang="sv-SE" altLang="sv-SE"/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7962D3BE-6A33-BC56-14EC-C22C4AEF297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4812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endParaRPr lang="sv-SE" altLang="sv-SE"/>
          </a:p>
        </p:txBody>
      </p:sp>
      <p:sp>
        <p:nvSpPr>
          <p:cNvPr id="20484" name="Rectangle 4">
            <a:extLst>
              <a:ext uri="{FF2B5EF4-FFF2-40B4-BE49-F238E27FC236}">
                <a16:creationId xmlns:a16="http://schemas.microsoft.com/office/drawing/2014/main" id="{574254E8-6F96-A2EA-0811-632E147C2C8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4513"/>
            <a:ext cx="2944813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smtClean="0"/>
            </a:lvl1pPr>
          </a:lstStyle>
          <a:p>
            <a:pPr>
              <a:defRPr/>
            </a:pPr>
            <a:endParaRPr lang="sv-SE" altLang="sv-SE"/>
          </a:p>
        </p:txBody>
      </p:sp>
      <p:sp>
        <p:nvSpPr>
          <p:cNvPr id="20485" name="Rectangle 5">
            <a:extLst>
              <a:ext uri="{FF2B5EF4-FFF2-40B4-BE49-F238E27FC236}">
                <a16:creationId xmlns:a16="http://schemas.microsoft.com/office/drawing/2014/main" id="{24D30BFB-9BBE-3A38-1327-EAF9C1445E07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434513"/>
            <a:ext cx="2944812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30E3080B-6B74-4DFC-9FC0-0EED44A6010F}" type="slidenum">
              <a:rPr lang="sv-SE" altLang="en-US"/>
              <a:pPr/>
              <a:t>‹#›</a:t>
            </a:fld>
            <a:endParaRPr lang="sv-SE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2D38161F-A472-DF71-6CC1-460A5F3EAFD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smtClean="0"/>
            </a:lvl1pPr>
          </a:lstStyle>
          <a:p>
            <a:pPr>
              <a:defRPr/>
            </a:pPr>
            <a:endParaRPr lang="sv-SE" altLang="sv-SE"/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921B80ED-4973-88F7-7B61-EC03672229A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8956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endParaRPr lang="sv-SE" altLang="sv-SE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B471BB89-CA0A-7A7B-43E8-4993D4606EF3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4813" y="762000"/>
            <a:ext cx="5972175" cy="37338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5" name="Rectangle 5">
            <a:extLst>
              <a:ext uri="{FF2B5EF4-FFF2-40B4-BE49-F238E27FC236}">
                <a16:creationId xmlns:a16="http://schemas.microsoft.com/office/drawing/2014/main" id="{B670A0E8-2360-ECD9-1FA7-D06D0B4AA11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724400"/>
            <a:ext cx="49530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sv-SE" altLang="en-US" noProof="0"/>
              <a:t>Klicka här för att ändra format på bakgrundstexten</a:t>
            </a:r>
          </a:p>
          <a:p>
            <a:pPr lvl="1"/>
            <a:r>
              <a:rPr lang="sv-SE" altLang="en-US" noProof="0"/>
              <a:t>Nivå två</a:t>
            </a:r>
          </a:p>
          <a:p>
            <a:pPr lvl="2"/>
            <a:r>
              <a:rPr lang="sv-SE" altLang="en-US" noProof="0"/>
              <a:t>Nivå tre</a:t>
            </a:r>
          </a:p>
          <a:p>
            <a:pPr lvl="3"/>
            <a:r>
              <a:rPr lang="sv-SE" altLang="en-US" noProof="0"/>
              <a:t>Nivå fyra</a:t>
            </a:r>
          </a:p>
          <a:p>
            <a:pPr lvl="4"/>
            <a:r>
              <a:rPr lang="sv-SE" altLang="en-US" noProof="0"/>
              <a:t>Nivå fem</a:t>
            </a:r>
          </a:p>
        </p:txBody>
      </p:sp>
      <p:sp>
        <p:nvSpPr>
          <p:cNvPr id="40966" name="Rectangle 6">
            <a:extLst>
              <a:ext uri="{FF2B5EF4-FFF2-40B4-BE49-F238E27FC236}">
                <a16:creationId xmlns:a16="http://schemas.microsoft.com/office/drawing/2014/main" id="{3B0BDED8-3D57-96B4-680A-EEF979FDB82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8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smtClean="0"/>
            </a:lvl1pPr>
          </a:lstStyle>
          <a:p>
            <a:pPr>
              <a:defRPr/>
            </a:pPr>
            <a:endParaRPr lang="sv-SE" altLang="sv-SE"/>
          </a:p>
        </p:txBody>
      </p:sp>
      <p:sp>
        <p:nvSpPr>
          <p:cNvPr id="40967" name="Rectangle 7">
            <a:extLst>
              <a:ext uri="{FF2B5EF4-FFF2-40B4-BE49-F238E27FC236}">
                <a16:creationId xmlns:a16="http://schemas.microsoft.com/office/drawing/2014/main" id="{8F8DAAC7-3B03-BB0B-A4AA-CD6C65FEA7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94488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A52C2B7D-1C77-4072-AD65-13DD7C5DD012}" type="slidenum">
              <a:rPr lang="sv-SE" altLang="en-US"/>
              <a:pPr/>
              <a:t>‹#›</a:t>
            </a:fld>
            <a:endParaRPr lang="sv-SE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0747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7416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749300" y="1709738"/>
            <a:ext cx="9463088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749300" y="4589463"/>
            <a:ext cx="9463088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</p:spTree>
    <p:extLst>
      <p:ext uri="{BB962C8B-B14F-4D97-AF65-F5344CB8AC3E}">
        <p14:creationId xmlns:p14="http://schemas.microsoft.com/office/powerpoint/2010/main" val="837687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innehålls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754063" y="365125"/>
            <a:ext cx="9464675" cy="1325563"/>
          </a:xfrm>
          <a:prstGeom prst="rect">
            <a:avLst/>
          </a:prstGeom>
        </p:spPr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sz="half" idx="1"/>
          </p:nvPr>
        </p:nvSpPr>
        <p:spPr>
          <a:xfrm>
            <a:off x="754063" y="1825625"/>
            <a:ext cx="4656137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5562600" y="1825625"/>
            <a:ext cx="4656138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</p:spTree>
    <p:extLst>
      <p:ext uri="{BB962C8B-B14F-4D97-AF65-F5344CB8AC3E}">
        <p14:creationId xmlns:p14="http://schemas.microsoft.com/office/powerpoint/2010/main" val="3342737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755650" y="365125"/>
            <a:ext cx="9464675" cy="1325563"/>
          </a:xfrm>
          <a:prstGeom prst="rect">
            <a:avLst/>
          </a:prstGeom>
        </p:spPr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755650" y="1681163"/>
            <a:ext cx="464185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755650" y="2505075"/>
            <a:ext cx="464185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text 4"/>
          <p:cNvSpPr>
            <a:spLocks noGrp="1"/>
          </p:cNvSpPr>
          <p:nvPr>
            <p:ph type="body" sz="quarter" idx="3"/>
          </p:nvPr>
        </p:nvSpPr>
        <p:spPr>
          <a:xfrm>
            <a:off x="5554663" y="1681163"/>
            <a:ext cx="466566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Platshållare för innehåll 5"/>
          <p:cNvSpPr>
            <a:spLocks noGrp="1"/>
          </p:cNvSpPr>
          <p:nvPr>
            <p:ph sz="quarter" idx="4"/>
          </p:nvPr>
        </p:nvSpPr>
        <p:spPr>
          <a:xfrm>
            <a:off x="5554663" y="2505075"/>
            <a:ext cx="466566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</p:spTree>
    <p:extLst>
      <p:ext uri="{BB962C8B-B14F-4D97-AF65-F5344CB8AC3E}">
        <p14:creationId xmlns:p14="http://schemas.microsoft.com/office/powerpoint/2010/main" val="1504979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754063" y="365125"/>
            <a:ext cx="9464675" cy="1325563"/>
          </a:xfrm>
          <a:prstGeom prst="rect">
            <a:avLst/>
          </a:prstGeom>
        </p:spPr>
        <p:txBody>
          <a:bodyPr/>
          <a:lstStyle/>
          <a:p>
            <a:r>
              <a:rPr lang="sv-SE"/>
              <a:t>Klicka här för att ändra format</a:t>
            </a:r>
          </a:p>
        </p:txBody>
      </p:sp>
    </p:spTree>
    <p:extLst>
      <p:ext uri="{BB962C8B-B14F-4D97-AF65-F5344CB8AC3E}">
        <p14:creationId xmlns:p14="http://schemas.microsoft.com/office/powerpoint/2010/main" val="2030941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055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ehåll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755650" y="457200"/>
            <a:ext cx="353853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4665663" y="987425"/>
            <a:ext cx="5554662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/>
          </p:nvPr>
        </p:nvSpPr>
        <p:spPr>
          <a:xfrm>
            <a:off x="755650" y="2057400"/>
            <a:ext cx="353853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</p:spTree>
    <p:extLst>
      <p:ext uri="{BB962C8B-B14F-4D97-AF65-F5344CB8AC3E}">
        <p14:creationId xmlns:p14="http://schemas.microsoft.com/office/powerpoint/2010/main" val="1393412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755650" y="457200"/>
            <a:ext cx="353853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bild 2"/>
          <p:cNvSpPr>
            <a:spLocks noGrp="1"/>
          </p:cNvSpPr>
          <p:nvPr>
            <p:ph type="pic" idx="1"/>
          </p:nvPr>
        </p:nvSpPr>
        <p:spPr>
          <a:xfrm>
            <a:off x="4665663" y="987425"/>
            <a:ext cx="5554662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sv-SE" noProof="0"/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/>
          </p:nvPr>
        </p:nvSpPr>
        <p:spPr>
          <a:xfrm>
            <a:off x="755650" y="2057400"/>
            <a:ext cx="353853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</p:spTree>
    <p:extLst>
      <p:ext uri="{BB962C8B-B14F-4D97-AF65-F5344CB8AC3E}">
        <p14:creationId xmlns:p14="http://schemas.microsoft.com/office/powerpoint/2010/main" val="1995362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754063" y="365125"/>
            <a:ext cx="9464675" cy="1325563"/>
          </a:xfrm>
          <a:prstGeom prst="rect">
            <a:avLst/>
          </a:prstGeom>
        </p:spPr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lodrät text 2"/>
          <p:cNvSpPr>
            <a:spLocks noGrp="1"/>
          </p:cNvSpPr>
          <p:nvPr>
            <p:ph type="body" orient="vert" idx="1"/>
          </p:nvPr>
        </p:nvSpPr>
        <p:spPr>
          <a:xfrm>
            <a:off x="754063" y="1825625"/>
            <a:ext cx="9464675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</p:spTree>
    <p:extLst>
      <p:ext uri="{BB962C8B-B14F-4D97-AF65-F5344CB8AC3E}">
        <p14:creationId xmlns:p14="http://schemas.microsoft.com/office/powerpoint/2010/main" val="4004609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/>
          <p:cNvSpPr>
            <a:spLocks noGrp="1"/>
          </p:cNvSpPr>
          <p:nvPr>
            <p:ph type="title" orient="vert"/>
          </p:nvPr>
        </p:nvSpPr>
        <p:spPr>
          <a:xfrm>
            <a:off x="7853363" y="365125"/>
            <a:ext cx="2365375" cy="5811838"/>
          </a:xfrm>
          <a:prstGeom prst="rect">
            <a:avLst/>
          </a:prstGeom>
        </p:spPr>
        <p:txBody>
          <a:bodyPr vert="eaVert"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lodrät text 2"/>
          <p:cNvSpPr>
            <a:spLocks noGrp="1"/>
          </p:cNvSpPr>
          <p:nvPr>
            <p:ph type="body" orient="vert" idx="1"/>
          </p:nvPr>
        </p:nvSpPr>
        <p:spPr>
          <a:xfrm>
            <a:off x="754063" y="365125"/>
            <a:ext cx="69469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</p:spTree>
    <p:extLst>
      <p:ext uri="{BB962C8B-B14F-4D97-AF65-F5344CB8AC3E}">
        <p14:creationId xmlns:p14="http://schemas.microsoft.com/office/powerpoint/2010/main" val="47440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MS PGothic" panose="020B0600070205080204" pitchFamily="34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bg1"/>
          </a:solidFill>
          <a:latin typeface="+mn-lt"/>
          <a:ea typeface="MS PGothic" panose="020B0600070205080204" pitchFamily="34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65B7C-1BC0-F9BD-506A-2C82D164E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6A6516F0-6E45-3E2D-14D6-6DD176D7F4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625" y="4005263"/>
            <a:ext cx="1512888" cy="255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7F95587-B3DE-3B85-A640-C1943168B716}"/>
              </a:ext>
            </a:extLst>
          </p:cNvPr>
          <p:cNvSpPr/>
          <p:nvPr/>
        </p:nvSpPr>
        <p:spPr>
          <a:xfrm>
            <a:off x="4072712" y="2967335"/>
            <a:ext cx="282737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5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rial Black" panose="020B0A04020102020204" pitchFamily="34" charset="0"/>
              </a:rPr>
              <a:t>FRONT</a:t>
            </a:r>
            <a:endParaRPr lang="en-GB" sz="5400" b="1" cap="none" spc="0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0386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xit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A0A1EA9-E57F-3873-7B41-7AC75F64EE1C}"/>
              </a:ext>
            </a:extLst>
          </p:cNvPr>
          <p:cNvSpPr/>
          <p:nvPr/>
        </p:nvSpPr>
        <p:spPr>
          <a:xfrm>
            <a:off x="2860844" y="2967335"/>
            <a:ext cx="525111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5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rial Black" panose="020B0A04020102020204" pitchFamily="34" charset="0"/>
              </a:rPr>
              <a:t>STILL FRONT</a:t>
            </a:r>
            <a:endParaRPr lang="en-GB" sz="5400" b="1" cap="none" spc="0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Arial Black" panose="020B0A04020102020204" pitchFamily="34" charset="0"/>
            </a:endParaRPr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C5375DEA-1955-ABA1-C2CC-FBB5C17C95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625" y="4005263"/>
            <a:ext cx="1512888" cy="255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xit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>
            <a:extLst>
              <a:ext uri="{FF2B5EF4-FFF2-40B4-BE49-F238E27FC236}">
                <a16:creationId xmlns:a16="http://schemas.microsoft.com/office/drawing/2014/main" id="{C45FC59E-47F2-9985-228D-7A356C421F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824" y="3933056"/>
            <a:ext cx="1570123" cy="2644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FDFFB97-52E0-01C6-DFFA-2903397467CE}"/>
              </a:ext>
            </a:extLst>
          </p:cNvPr>
          <p:cNvSpPr/>
          <p:nvPr/>
        </p:nvSpPr>
        <p:spPr>
          <a:xfrm>
            <a:off x="4432265" y="2967335"/>
            <a:ext cx="210827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5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rial Black" panose="020B0A04020102020204" pitchFamily="34" charset="0"/>
              </a:rPr>
              <a:t>LEFT</a:t>
            </a:r>
            <a:endParaRPr lang="en-GB" sz="5400" b="1" cap="none" spc="0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xit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D4D6F3F-3504-9517-0A24-BB66B7759F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816" y="3933056"/>
            <a:ext cx="1567753" cy="26518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DAA4A0C-175D-FF28-7A2C-29E7E7D11CB2}"/>
              </a:ext>
            </a:extLst>
          </p:cNvPr>
          <p:cNvSpPr/>
          <p:nvPr/>
        </p:nvSpPr>
        <p:spPr>
          <a:xfrm>
            <a:off x="4162960" y="2967335"/>
            <a:ext cx="264687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5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rial Black" panose="020B0A04020102020204" pitchFamily="34" charset="0"/>
              </a:rPr>
              <a:t>RIGHT</a:t>
            </a:r>
            <a:endParaRPr lang="en-GB" sz="5400" b="1" cap="none" spc="0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xit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7">
            <a:extLst>
              <a:ext uri="{FF2B5EF4-FFF2-40B4-BE49-F238E27FC236}">
                <a16:creationId xmlns:a16="http://schemas.microsoft.com/office/drawing/2014/main" id="{DEAB043D-E842-CAF2-6678-F02AF26C51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816" y="4005064"/>
            <a:ext cx="1541163" cy="2571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06404EA-A075-FB48-7325-3E0AE69BCD4B}"/>
              </a:ext>
            </a:extLst>
          </p:cNvPr>
          <p:cNvSpPr/>
          <p:nvPr/>
        </p:nvSpPr>
        <p:spPr>
          <a:xfrm>
            <a:off x="4617220" y="2967335"/>
            <a:ext cx="173836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5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rial Black" panose="020B0A04020102020204" pitchFamily="34" charset="0"/>
              </a:rPr>
              <a:t>TOP</a:t>
            </a:r>
            <a:endParaRPr lang="en-GB" sz="5400" b="1" cap="none" spc="0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xit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9E418F0-67B3-65E8-5BCA-0E527181A0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816" y="4005064"/>
            <a:ext cx="1513377" cy="2548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xit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_ppt_mall_2011_1">
  <a:themeElements>
    <a:clrScheme name="c_ppt_mall_2011_1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_ppt_mall_2011_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c_ppt_mall_2011_1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_ppt_mall_2011_1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_ppt_mall_2011_1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_ppt_mall_2011_1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_ppt_mall_2011_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_ppt_mall_2011_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_ppt_mall_2011_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7706</TotalTime>
  <Words>6</Words>
  <Application>Microsoft Office PowerPoint</Application>
  <PresentationFormat>Custom</PresentationFormat>
  <Paragraphs>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Arial Black</vt:lpstr>
      <vt:lpstr>Times New Roman</vt:lpstr>
      <vt:lpstr>c_ppt_mall_2011_1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Norrköpings Kommun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Första sida</dc:title>
  <dc:creator>nrk10738</dc:creator>
  <cp:lastModifiedBy>Erik Sundén</cp:lastModifiedBy>
  <cp:revision>121</cp:revision>
  <dcterms:created xsi:type="dcterms:W3CDTF">2015-02-25T09:34:25Z</dcterms:created>
  <dcterms:modified xsi:type="dcterms:W3CDTF">2026-04-23T20:02:13Z</dcterms:modified>
</cp:coreProperties>
</file>